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·  DOMAIN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Autonomous, agentic security operations for mid-market companies and the MSSPs that protect them.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43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Defense  ·  AI Agents  ·  Applied Machine Learning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120640" y="54864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142F3D"/>
          </a:solidFill>
          <a:ln w="12700">
            <a:solidFill>
              <a:srgbClr val="142F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49240" y="822960"/>
            <a:ext cx="640080" cy="6400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9260" y="9829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172200" y="7132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 (SOC)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172200" y="10515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triage alerts, investigate incidents and propose containment.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120640" y="192024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142F3D"/>
          </a:solidFill>
          <a:ln w="12700">
            <a:solidFill>
              <a:srgbClr val="142F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49240" y="2194560"/>
            <a:ext cx="640080" cy="6400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9260" y="235458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172200" y="20848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Security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172200" y="24231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code and dependencies, then drafts patches for human review.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120640" y="329184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142F3D"/>
          </a:solidFill>
          <a:ln w="12700">
            <a:solidFill>
              <a:srgbClr val="142F3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349240" y="3566160"/>
            <a:ext cx="640080" cy="6400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260" y="372618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172200" y="34564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Supply-Chain Risk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172200" y="37947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scores vendor and open-source exposure across a risk graph.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·  REAL-WORLD PROBLEM / GAP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 scale faster than defenders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202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417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9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4.8M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jobs unfilled worldwide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325880"/>
            <a:ext cx="19202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697480" y="1417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9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9659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breaches involve a third party (2026 DBIR), up from 15% in 2024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19202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00600" y="1417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9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$4.9M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9659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a supply-chain breach, ~267 days to contain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325880"/>
            <a:ext cx="19202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903720" y="1417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9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454K+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19659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malicious open-source packages in 2025, up 75% year over year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39319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1729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538728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volume and third-party risk are outgrowing human SOC capacity. A three-analyst team facing tens of thousands of alerts a month cannot hire its way out of the gap.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063240"/>
            <a:ext cx="3931920" cy="1691640"/>
          </a:xfrm>
          <a:prstGeom prst="rect">
            <a:avLst/>
          </a:prstGeom>
          <a:solidFill>
            <a:srgbClr val="0B1F2A"/>
          </a:solidFill>
          <a:ln w="9525">
            <a:solidFill>
              <a:srgbClr val="0B1F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83480" y="31729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983480" y="3538728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agentic-SOC vendors (Dropzone, Prophet, Radiant, Torq, Microsoft) are priced for mature SOCs and start from the alert queue. Mid-market firms and MSSPs are underserved, and supply-chain risk is barely addressed.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·  CREATIVITY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it different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142F3D"/>
          </a:solidFill>
          <a:ln w="12700">
            <a:solidFill>
              <a:srgbClr val="142F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548640" cy="5486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5361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Supply-chain risk as a live graph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8745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GraphSAGE network scores vendor and open-source exposure, surfacing fourth-order dependencies as explainable paths instead of annual questionnaires.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37160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142F3D"/>
          </a:solidFill>
          <a:ln w="12700">
            <a:solidFill>
              <a:srgbClr val="142F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600200"/>
            <a:ext cx="548640" cy="5486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7373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5361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mid-market and MSSPs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623560" y="18745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Multi-tenant, priced per asset or vendor count, deployable in days. MSSPs run dozens of clients from one console.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306324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142F3D"/>
          </a:solidFill>
          <a:ln w="12700">
            <a:solidFill>
              <a:srgbClr val="142F3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3291840"/>
            <a:ext cx="548640" cy="5486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290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32278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Five-agent mesh, trust earned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417320" y="3566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Triage, Investigation, Containment, Code-Scan and Supply-Chain agents on LangGraph. Humans approve every destructive action; autonomy grows per action type.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663440" y="306324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142F3D"/>
          </a:solidFill>
          <a:ln w="12700">
            <a:solidFill>
              <a:srgbClr val="142F3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92040" y="3291840"/>
            <a:ext cx="548640" cy="5486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4290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23560" y="32278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and safe by design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623560" y="3566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Evidence-cited decisions, a hash-chained audit log and prompt-injection defense, backed by anomaly detection, an RL response policy and diffusion-augmented data.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 Mesh</dc:title>
  <dc:subject>PptxGenJS Presentation</dc:subject>
  <dc:creator>PptxGenJS</dc:creator>
  <cp:lastModifiedBy>PptxGenJS</cp:lastModifiedBy>
  <cp:revision>1</cp:revision>
  <dcterms:created xsi:type="dcterms:W3CDTF">2026-09-28T03:55:03Z</dcterms:created>
  <dcterms:modified xsi:type="dcterms:W3CDTF">2026-09-28T03:55:03Z</dcterms:modified>
</cp:coreProperties>
</file>